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1911096" cy="3429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77856" y="0"/>
            <a:ext cx="1913839" cy="342900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3429000"/>
            <a:ext cx="1911096" cy="3429000"/>
          </a:xfrm>
          <a:prstGeom prst="rect">
            <a:avLst/>
          </a:prstGeom>
          <a:solidFill>
            <a:srgbClr val="EF5B45"/>
          </a:solidFill>
          <a:ln/>
        </p:spPr>
      </p:sp>
      <p:sp>
        <p:nvSpPr>
          <p:cNvPr id="5" name="Shape 3"/>
          <p:cNvSpPr/>
          <p:nvPr/>
        </p:nvSpPr>
        <p:spPr>
          <a:xfrm>
            <a:off x="10277856" y="3429000"/>
            <a:ext cx="1913839" cy="3429000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498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Braven Career</a:t>
            </a:r>
            <a:endParaRPr lang="en-US" sz="5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support tool for Fellows still working toward a strong first opportunity after the Accelerator.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Braven already backs Fellows with support that runs through six months after graduation. This concept adds a little structure to the weeks between coaching sessions, when a search can quietly stall.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braven.org/enroll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5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AFTER THE COURSE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check-ins, a search can go quiet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720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gives Fellows practice, a cohort, a coach, and a professional portfolio, and Braven's support runs through six months past graduation. Even so, most of the actual searching happens alone, in the gaps: the week after an interview, the third rejection, the application left half-finished in a browser tab.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2286000"/>
            <a:ext cx="3730752" cy="18288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243230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C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14–22 pts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0" y="3200400"/>
            <a:ext cx="3310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Braven Fellows sit above their peers in landing a strong role or grad school within six months of graduating.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Braven 2026 Jobs Report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292608" cy="128016"/>
          </a:xfrm>
          <a:prstGeom prst="rect">
            <a:avLst/>
          </a:prstGeom>
          <a:solidFill>
            <a:srgbClr val="EF5B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18304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fatigue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102352"/>
            <a:ext cx="2487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tenth application feels heavier than the first, and drafts sit unfinished.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02254" y="4526280"/>
            <a:ext cx="292608" cy="128016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4" name="Text 12"/>
          <p:cNvSpPr/>
          <p:nvPr/>
        </p:nvSpPr>
        <p:spPr>
          <a:xfrm>
            <a:off x="3402254" y="4718304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next step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02254" y="5102352"/>
            <a:ext cx="2487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 to more jobs” isn't a plan a Tuesday night can act 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4428" y="4526280"/>
            <a:ext cx="292608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7" name="Text 15"/>
          <p:cNvSpPr/>
          <p:nvPr/>
        </p:nvSpPr>
        <p:spPr>
          <a:xfrm>
            <a:off x="6164428" y="4718304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Follow-through slips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64428" y="5102352"/>
            <a:ext cx="2487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and thank-you notes fall away when no one is expecting them.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6601" y="4526280"/>
            <a:ext cx="292608" cy="12801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8926601" y="4718304"/>
            <a:ext cx="26250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ask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26601" y="5102352"/>
            <a:ext cx="2487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 aren't sure a coach's time is worth “just” a resume question.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Braven already provides post-course support. </a:t>
            </a:r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here is rhythm between touchpoints, not a lack of care.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braven.org, braven.org/enroll, Braven 2026 Jobs Report (jobsreport.braven.org).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5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SUPPORTS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Fellow in the middle of the search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persona with a made-up backstory. A real Braven Fellow or recent alum, mid-search, with a full life around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5349240" cy="292608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D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TOWARD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internship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full-time job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school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strong early-career opening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99632" y="315468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AT THE SAME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3840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and, often, a part-time job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responsibilities at home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network that's still small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norms nobody quite explained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 rejection, which stings and stalls a week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drawn from Braven's stated audience (sophomores, juniors, transfer students) at braven.org/enroll. Individual circumstances are illustrative, not a specific Fellow.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C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CAREER MOMENTUM DOES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useful things, and a clear line to people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5681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takes the routine, repeatable asks, so a coach's limited time lands on the moments that need a person.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CAN HELP WITH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807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check-in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6557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355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next-step plan you can act on this week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01421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9044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a resume, LinkedIn, cover letter, or outreach note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4531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11149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0017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 on applications and networking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660136"/>
            <a:ext cx="146304" cy="146304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5504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the blockers that keep coming back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0" y="2487168"/>
            <a:ext cx="4233672" cy="3639312"/>
          </a:xfrm>
          <a:prstGeom prst="rect">
            <a:avLst/>
          </a:prstGeom>
          <a:solidFill>
            <a:srgbClr val="EF5B45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STILL LEAD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35240" y="320040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relationships and the hard conversations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on offers, tradeoffs, and career direction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handoff to a Braven coach, staff member, or alum when the moment calls for a person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is a proposed portfolio MVP, not a Braven product. Support terms (coach, alumni network) per braven.org.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5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EXPERIENCE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check-in, start to finish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6011" y="2606040"/>
            <a:ext cx="566928" cy="566928"/>
          </a:xfrm>
          <a:prstGeom prst="ellipse">
            <a:avLst/>
          </a:prstGeom>
          <a:solidFill>
            <a:srgbClr val="2358D8"/>
          </a:solidFill>
          <a:ln/>
        </p:spPr>
      </p:sp>
      <p:sp>
        <p:nvSpPr>
          <p:cNvPr id="6" name="Text 4"/>
          <p:cNvSpPr/>
          <p:nvPr/>
        </p:nvSpPr>
        <p:spPr>
          <a:xfrm>
            <a:off x="1136011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2-minute check-in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02939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4802" y="2606040"/>
            <a:ext cx="566928" cy="56692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0" name="Text 8"/>
          <p:cNvSpPr/>
          <p:nvPr/>
        </p:nvSpPr>
        <p:spPr>
          <a:xfrm>
            <a:off x="2694802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44591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changed since last time?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1730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3593" y="2606040"/>
            <a:ext cx="566928" cy="566928"/>
          </a:xfrm>
          <a:prstGeom prst="ellipse">
            <a:avLst/>
          </a:prstGeom>
          <a:solidFill>
            <a:srgbClr val="2358D8"/>
          </a:solidFill>
          <a:ln/>
        </p:spPr>
      </p:sp>
      <p:sp>
        <p:nvSpPr>
          <p:cNvPr id="14" name="Text 12"/>
          <p:cNvSpPr/>
          <p:nvPr/>
        </p:nvSpPr>
        <p:spPr>
          <a:xfrm>
            <a:off x="4253593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03381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goal or a blocker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0521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2384" y="2606040"/>
            <a:ext cx="566928" cy="566928"/>
          </a:xfrm>
          <a:prstGeom prst="ellipse">
            <a:avLst/>
          </a:prstGeom>
          <a:solidFill>
            <a:srgbClr val="F4C23A"/>
          </a:solidFill>
          <a:ln/>
        </p:spPr>
      </p:sp>
      <p:sp>
        <p:nvSpPr>
          <p:cNvPr id="18" name="Text 16"/>
          <p:cNvSpPr/>
          <p:nvPr/>
        </p:nvSpPr>
        <p:spPr>
          <a:xfrm>
            <a:off x="581238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62172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one task together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9312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1174" y="2606040"/>
            <a:ext cx="566928" cy="566928"/>
          </a:xfrm>
          <a:prstGeom prst="ellipse">
            <a:avLst/>
          </a:prstGeom>
          <a:solidFill>
            <a:srgbClr val="2358D8"/>
          </a:solidFill>
          <a:ln/>
        </p:spPr>
      </p:sp>
      <p:sp>
        <p:nvSpPr>
          <p:cNvPr id="22" name="Text 20"/>
          <p:cNvSpPr/>
          <p:nvPr/>
        </p:nvSpPr>
        <p:spPr>
          <a:xfrm>
            <a:off x="737117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20963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next action and 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38102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29965" y="2606040"/>
            <a:ext cx="566928" cy="56692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6" name="Text 24"/>
          <p:cNvSpPr/>
          <p:nvPr/>
        </p:nvSpPr>
        <p:spPr>
          <a:xfrm>
            <a:off x="8929965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79754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recorded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96893" y="2642616"/>
            <a:ext cx="991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88756" y="2606040"/>
            <a:ext cx="566928" cy="566928"/>
          </a:xfrm>
          <a:prstGeom prst="ellipse">
            <a:avLst/>
          </a:prstGeom>
          <a:solidFill>
            <a:srgbClr val="EF5B4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88756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38544" y="3337560"/>
            <a:ext cx="1467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 person when needed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stay out of the way.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what a Fellow actually wrote and answers what changed this week, then stops. A bolt-on chatbot that feels like a wall can lower engagement (SkillUp / MDRC, 2025); this one is designed against that.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709160"/>
            <a:ext cx="10911535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MIGHT SAY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5138928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you wanted to send three outreach notes. How did that go?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F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one.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One's a start. Want to draft the next two now, or set a time for them?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interaction for a proposed concept. No product has been built or tested.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5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MEASUREMENT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where support helps. Collect only what's needed.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check-ins can show Braven where Fellows get stuck, without a separate survey. Start small, keep it voluntary, and label it plainly.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STARTING SIGNALS  ·  NOT CONFIRMED REQUIREMENTS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completion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3639312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0" name="Text 8"/>
          <p:cNvSpPr/>
          <p:nvPr/>
        </p:nvSpPr>
        <p:spPr>
          <a:xfrm>
            <a:off x="4187952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search stage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096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or networking done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4206240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4" name="Text 12"/>
          <p:cNvSpPr/>
          <p:nvPr/>
        </p:nvSpPr>
        <p:spPr>
          <a:xfrm>
            <a:off x="4187952" y="4096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Interview-prep activity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 or clarity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4773168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87952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blockers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40096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a person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5340096"/>
            <a:ext cx="128016" cy="128016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22" name="Text 20"/>
          <p:cNvSpPr/>
          <p:nvPr/>
        </p:nvSpPr>
        <p:spPr>
          <a:xfrm>
            <a:off x="4187952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when shared voluntarily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74243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Fellows: </a:t>
            </a:r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check-in never affects your standing, and you choose what's shared.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53328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outcomes skew optimistic; treat them as directional and lean on Braven's existing outcome tracking for the firmer read.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3200400"/>
            <a:ext cx="4096512" cy="2834640"/>
          </a:xfrm>
          <a:prstGeom prst="rect">
            <a:avLst/>
          </a:prstGeom>
          <a:solidFill>
            <a:srgbClr val="EF5B45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26680" y="373075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least evidence Braven's program, impact, and development teams need to tell whether continued career support is working?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5257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it with Braven's program, impact, development, data, and privacy people. The aim is useful learning, not reporting burden or intrusive collection.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and question are proposed by this concept for discussion with Braven, not existing Braven practice.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C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6916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FIRST VERSION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small. Test it. Keep a person close.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5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151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check-in conversation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90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support workflows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progress record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to a human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171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summary from approved data (the gated, hard part)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137160" cy="137160"/>
          </a:xfrm>
          <a:prstGeom prst="rect">
            <a:avLst/>
          </a:prstGeom>
          <a:solidFill>
            <a:srgbClr val="2358D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926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with a small group first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35040" y="2212848"/>
            <a:ext cx="5513832" cy="3063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414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C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TO VALIDATE WITH BRAVEN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27889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Fellows would actually find useful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moments need a person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 should be able to see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never be collected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outcomes matter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existing Braven support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10911535" cy="841248"/>
          </a:xfrm>
          <a:prstGeom prst="rect">
            <a:avLst/>
          </a:prstGeom>
          <a:solidFill>
            <a:srgbClr val="F4C23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4406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goal is not to automate the relationship. It's to learn where a small amount of structure could help Fellows keep moving—and where a person should step in.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382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concept. Not affiliated with or commissioned by Braven.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braven.org · braven.org/enroll · jobsreport.braven.org (2026). Facts cited from Braven public materials; signals, MVP, and assumptions are this concept's proposals.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Braven Career Momentum</dc:title>
  <dc:subject>PptxGenJS Presentation</dc:subject>
  <dc:creator>Vincent Muggli</dc:creator>
  <cp:lastModifiedBy>Vincent Muggli</cp:lastModifiedBy>
  <cp:revision>1</cp:revision>
  <dcterms:created xsi:type="dcterms:W3CDTF">2026-07-03T00:03:25Z</dcterms:created>
  <dcterms:modified xsi:type="dcterms:W3CDTF">2026-07-03T00:03:25Z</dcterms:modified>
</cp:coreProperties>
</file>